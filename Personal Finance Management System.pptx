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Plus Jakarta Sans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68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80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4485233"/>
            <a:ext cx="57150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1729829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4485233"/>
            <a:ext cx="57150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2115591"/>
            <a:ext cx="9101137" cy="12266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sz="4200" b="1" i="0" u="none">
                <a:solidFill>
                  <a:srgbClr val="FFFFFF"/>
                </a:solidFill>
                <a:latin typeface="Plus Jakarta Sans"/>
              </a:rPr>
              <a:t>Personal Finance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532733"/>
            <a:ext cx="67627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Plus Jakarta Sans"/>
              </a:rPr>
              <a:t>A comprehensive desktop application designed for streamlined financial tracking, budgeting, and asset management.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686966"/>
            <a:ext cx="5048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Plus Jakarta Sans"/>
              </a:rPr>
              <a:t>OBJECT-ORIENTED PROGRAMMING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761458"/>
            <a:ext cx="200025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DEVELOPED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971008"/>
            <a:ext cx="206306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F8FAFC"/>
                </a:solidFill>
                <a:latin typeface="Plus Jakarta Sans"/>
              </a:rPr>
              <a:t>Sara Laithy </a:t>
            </a:r>
            <a:r>
              <a:rPr sz="1200" b="1" i="0" u="none" dirty="0">
                <a:solidFill>
                  <a:srgbClr val="F8FAFC"/>
                </a:solidFill>
                <a:latin typeface="Plus Jakarta Sans"/>
              </a:rPr>
              <a:t>&amp; </a:t>
            </a:r>
            <a:r>
              <a:rPr lang="en-US" sz="1200" b="1" i="0" u="none" dirty="0">
                <a:solidFill>
                  <a:srgbClr val="F8FAFC"/>
                </a:solidFill>
                <a:latin typeface="Plus Jakarta Sans"/>
              </a:rPr>
              <a:t>Aya Abdelmoniem</a:t>
            </a:r>
            <a:endParaRPr sz="1200" b="1" i="0" u="none" dirty="0">
              <a:solidFill>
                <a:srgbClr val="F8FAFC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15025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3041302"/>
            <a:ext cx="3403550" cy="1838325"/>
          </a:xfrm>
          <a:prstGeom prst="roundRect">
            <a:avLst>
              <a:gd name="adj" fmla="val 82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94150" y="3041302"/>
            <a:ext cx="3403550" cy="1838325"/>
          </a:xfrm>
          <a:prstGeom prst="roundRect">
            <a:avLst>
              <a:gd name="adj" fmla="val 82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26300" y="3041302"/>
            <a:ext cx="3403550" cy="1838325"/>
          </a:xfrm>
          <a:prstGeom prst="roundRect">
            <a:avLst>
              <a:gd name="adj" fmla="val 829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59150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3393727"/>
            <a:ext cx="228600" cy="228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475" y="3393727"/>
            <a:ext cx="228600" cy="228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0625" y="3393727"/>
            <a:ext cx="200025" cy="22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CORE 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Addressing Personal Financial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457325"/>
            <a:ext cx="819150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Financial awareness begins with structured data capture. Our application bridges the gap between raw spending data and actionable insights through a clean desktop interface.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076950"/>
            <a:ext cx="232171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System Architecture &amp;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5175" y="6076950"/>
            <a:ext cx="7905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3793777"/>
            <a:ext cx="364205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The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325" y="4108102"/>
            <a:ext cx="28701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Plus Jakarta Sans"/>
              </a:rPr>
              <a:t>Manual tracking leads to inconsistent records and hidden overspending.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8475" y="3793777"/>
            <a:ext cx="364205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The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8475" y="4108102"/>
            <a:ext cx="28701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Plus Jakarta Sans"/>
              </a:rPr>
              <a:t>An automated, modular desktop app with instant summary metrics.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5" y="3793777"/>
            <a:ext cx="3642056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Core Benefit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5" y="4108102"/>
            <a:ext cx="28701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Plus Jakarta Sans"/>
              </a:rPr>
              <a:t>Real-time calculation and seamless file persistence.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15025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3308002"/>
            <a:ext cx="3429000" cy="1304925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81500" y="3308002"/>
            <a:ext cx="3429000" cy="1304925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01000" y="3308002"/>
            <a:ext cx="3429000" cy="1304925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59150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3308002"/>
            <a:ext cx="38100" cy="1304925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81500" y="3308002"/>
            <a:ext cx="38100" cy="13049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001000" y="3308002"/>
            <a:ext cx="38100" cy="1304925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TECHNICAL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Modular OOP Design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457325"/>
            <a:ext cx="819150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The project is separated into clean, decoupled layers ensuring maintainability and robust error handling.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076950"/>
            <a:ext cx="159543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Architecture &amp; 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5650" y="6076950"/>
            <a:ext cx="8001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3536602"/>
            <a:ext cx="36671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B82F6"/>
                </a:solidFill>
                <a:latin typeface="Plus Jakarta Sans"/>
              </a:rPr>
              <a:t>GUI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" y="3746152"/>
            <a:ext cx="385048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GUI/app.py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" y="4022377"/>
            <a:ext cx="302895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Tkinter interface, tab navigation, and event bindings.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8200" y="3536602"/>
            <a:ext cx="36671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6A34A"/>
                </a:solidFill>
                <a:latin typeface="Plus Jakarta Sans"/>
              </a:rPr>
              <a:t>SERVICE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8200" y="3746152"/>
            <a:ext cx="385048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services/finance_manager.py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8200" y="4022377"/>
            <a:ext cx="302895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Business logic, summaries, and calculations.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7700" y="3536602"/>
            <a:ext cx="36671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9333EA"/>
                </a:solidFill>
                <a:latin typeface="Plus Jakarta Sans"/>
              </a:rPr>
              <a:t>DATA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7700" y="3746152"/>
            <a:ext cx="385048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Data/file_manager.py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7700" y="4022377"/>
            <a:ext cx="302895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JSON data persistence and secure file input/output.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14876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413545"/>
            <a:ext cx="10668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2000" y="3404145"/>
            <a:ext cx="10668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62000" y="4394745"/>
            <a:ext cx="10668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5914876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0125" y="264214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0125" y="363274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0125" y="462334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TEAM RESPONSIBILITIES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Student A: Core Backend &amp; Data Logic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457325"/>
            <a:ext cx="1012031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Responsible for building the robust backend engine, data models, and persistence controllers.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076801"/>
            <a:ext cx="1295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Task Distribution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5650" y="6076801"/>
            <a:ext cx="8001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264214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2563EB"/>
                </a:solidFill>
                <a:latin typeface="Plus Jakarta Sa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363274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2563EB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462334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2563EB"/>
                </a:solidFill>
                <a:latin typeface="Plus Jakarta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1625" y="2613570"/>
            <a:ext cx="630078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Object Models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1625" y="2870745"/>
            <a:ext cx="600075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Created Account, Transaction, Category, and Budget class structures.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1625" y="3604170"/>
            <a:ext cx="676334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File Persistence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1625" y="3861345"/>
            <a:ext cx="6441281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Implemented FileManager to read and write transaction lists safely to JSON.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1625" y="4594770"/>
            <a:ext cx="6513314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Unit Testing Suite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1625" y="4851945"/>
            <a:ext cx="6203156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Authored automated tests in Test/test_services.py to verify calculations.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14876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413545"/>
            <a:ext cx="10668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2000" y="3404145"/>
            <a:ext cx="10668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62000" y="4394745"/>
            <a:ext cx="10668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5914876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00125" y="264214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0125" y="363274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0125" y="462334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TEAM RESPONSIBILITIES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Student B: GUI &amp; System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1457325"/>
            <a:ext cx="1012031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Designed the desktop user experience, multi-tab layout, and backend service integration.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076801"/>
            <a:ext cx="1295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Task Distribution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5650" y="6076801"/>
            <a:ext cx="8001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264214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16A34A"/>
                </a:solidFill>
                <a:latin typeface="Plus Jakarta Sa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363274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16A34A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4623345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16A34A"/>
                </a:solidFill>
                <a:latin typeface="Plus Jakarta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1625" y="2613570"/>
            <a:ext cx="588823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Multi-Tab Notebook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1625" y="2870745"/>
            <a:ext cx="56078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Created Dashboard, Transactions, Budgets, and Categories tabs.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1625" y="3604170"/>
            <a:ext cx="578822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Interactive Forms &amp; Treeview 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1625" y="3861345"/>
            <a:ext cx="551259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Built entry fields, radio buttons, comboboxes, and live data grids.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1625" y="4594770"/>
            <a:ext cx="701337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Service Linkage &amp; Refresh Loops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1625" y="4851945"/>
            <a:ext cx="6679406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Connected user triggers directly to FinanceManager for real-time calculations.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299245"/>
            <a:ext cx="10668000" cy="3048000"/>
          </a:xfrm>
          <a:prstGeom prst="roundRect">
            <a:avLst>
              <a:gd name="adj" fmla="val 5000"/>
            </a:avLst>
          </a:prstGeom>
          <a:solidFill>
            <a:srgbClr val="E2E8F0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5914876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5914876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400" y="3285083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APPLICATION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Dashboard &amp; Summary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57325"/>
            <a:ext cx="1012031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Real-time financial health indicators showcasing total income, expenses, and net balance.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9550" y="3856583"/>
            <a:ext cx="519112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475569"/>
                </a:solidFill>
                <a:latin typeface="Plus Jakarta Sans"/>
              </a:rPr>
              <a:t>[ 🖼️ INSERT DASHBOARD GUI SCREENSHOT HERE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9525" y="4189958"/>
            <a:ext cx="56911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Recommended size: Full application width showing summary metric cards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076801"/>
            <a:ext cx="10572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GUI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5175" y="6076801"/>
            <a:ext cx="7905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06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DEB588-0DE5-EAFB-7695-430422418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284" y="2561150"/>
            <a:ext cx="4608232" cy="25908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299245"/>
            <a:ext cx="10668000" cy="3048000"/>
          </a:xfrm>
          <a:prstGeom prst="roundRect">
            <a:avLst>
              <a:gd name="adj" fmla="val 5000"/>
            </a:avLst>
          </a:prstGeom>
          <a:solidFill>
            <a:srgbClr val="E2E8F0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5914876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5914876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400" y="3285083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APPLICATION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Transactions &amp; Entry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57325"/>
            <a:ext cx="1012031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Form inputs for adding records alongside the structured Treeview records 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9512" y="3856583"/>
            <a:ext cx="5941218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475569"/>
                </a:solidFill>
                <a:latin typeface="Plus Jakarta Sans"/>
              </a:rPr>
              <a:t>[ 🖼️ INSERT TRANSACTIONS TAB GUI SCREENSHOT HERE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0962" y="4189958"/>
            <a:ext cx="55125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Recommended size: Showing top form inputs and data grid table below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076801"/>
            <a:ext cx="10572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GUI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5175" y="6076801"/>
            <a:ext cx="7905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017660E-A27E-2A74-4713-344572D53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154" y="2441381"/>
            <a:ext cx="4915692" cy="27637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299245"/>
            <a:ext cx="10668000" cy="3048000"/>
          </a:xfrm>
          <a:prstGeom prst="roundRect">
            <a:avLst>
              <a:gd name="adj" fmla="val 5000"/>
            </a:avLst>
          </a:prstGeom>
          <a:solidFill>
            <a:srgbClr val="E2E8F0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62000" y="5914876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5914876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400" y="3285083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APPLICATION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Budgets &amp; Categories Tabs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57325"/>
            <a:ext cx="1012031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Dedicated control views for establishing monthly category spending limits and adding custom tags.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7075" y="3856583"/>
            <a:ext cx="7072312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475569"/>
                </a:solidFill>
                <a:latin typeface="Plus Jakarta Sans"/>
              </a:rPr>
              <a:t>[ 🖼️ INSERT BUDGETS &amp; CATEGORIES TABS GUI SCREENSHOT HERE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4189958"/>
            <a:ext cx="657225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Recommended size: Side-by-side or stacked view of budget limits and category lists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076801"/>
            <a:ext cx="10572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GUI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5650" y="6076801"/>
            <a:ext cx="8001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6331B9E-DA90-0071-D759-C72F098C5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424" y="2505558"/>
            <a:ext cx="4437576" cy="24949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A85543B-EA5A-B635-981C-92B9D4543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05558"/>
            <a:ext cx="4418484" cy="24841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14876"/>
            <a:ext cx="10668000" cy="333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956470"/>
            <a:ext cx="5219700" cy="1733550"/>
          </a:xfrm>
          <a:prstGeom prst="roundRect">
            <a:avLst>
              <a:gd name="adj" fmla="val 87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956470"/>
            <a:ext cx="5219700" cy="1733550"/>
          </a:xfrm>
          <a:prstGeom prst="roundRect">
            <a:avLst>
              <a:gd name="adj" fmla="val 87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5914876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6096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PROJECT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57250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F172A"/>
                </a:solidFill>
                <a:latin typeface="Plus Jakarta Sans"/>
              </a:rPr>
              <a:t>Conclusion &amp; Future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57325"/>
            <a:ext cx="1012031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Successfully delivered a reliable, modular desktop application fulfilling all core OOP requirements.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076801"/>
            <a:ext cx="9906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5175" y="6076801"/>
            <a:ext cx="7905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Slide 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325" y="3270795"/>
            <a:ext cx="6025753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Project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6325" y="3623220"/>
            <a:ext cx="573881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• Clean separation of concerns.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3899445"/>
            <a:ext cx="573881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• Seamless file data persistence.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6325" y="4175670"/>
            <a:ext cx="573881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• Intuitive multi-tab user interface.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4625" y="3270795"/>
            <a:ext cx="56673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Future Enhancements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25" y="3623220"/>
            <a:ext cx="56673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• Export reports to PDF/CSV.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4625" y="3899445"/>
            <a:ext cx="56673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• Graphical chart analytics.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4625" y="4175670"/>
            <a:ext cx="56673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• SQLite database migration.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78262" y="4164183"/>
            <a:ext cx="1709664" cy="37924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0" y="4164182"/>
            <a:ext cx="1898552" cy="37924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066925"/>
            <a:ext cx="6096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650" y="2238375"/>
            <a:ext cx="266700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70784" y="2905125"/>
            <a:ext cx="3450431" cy="628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900" b="1" i="0" u="none">
                <a:solidFill>
                  <a:srgbClr val="FFFFFF"/>
                </a:solidFill>
                <a:latin typeface="Plus Jakarta Sans"/>
              </a:rPr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4125" y="3686175"/>
            <a:ext cx="7143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4A3B8"/>
                </a:solidFill>
                <a:latin typeface="Plus Jakarta Sans"/>
              </a:rPr>
              <a:t>Open for questions and discussion regarding the Personal Finance Management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1131" y="4273012"/>
            <a:ext cx="92392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050" b="1" dirty="0">
                <a:solidFill>
                  <a:srgbClr val="F8FAFC"/>
                </a:solidFill>
                <a:latin typeface="Plus Jakarta Sans"/>
              </a:rPr>
              <a:t>Sara Laithy</a:t>
            </a:r>
            <a:endParaRPr sz="1050" b="1" i="0" u="none" dirty="0">
              <a:solidFill>
                <a:srgbClr val="38BDF8"/>
              </a:solidFill>
              <a:latin typeface="Plus Jakarta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82154" y="4259090"/>
            <a:ext cx="1434904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050" b="1" dirty="0">
                <a:solidFill>
                  <a:srgbClr val="F8FAFC"/>
                </a:solidFill>
                <a:latin typeface="Plus Jakarta Sans"/>
              </a:rPr>
              <a:t>Aya Abdelmoniem</a:t>
            </a:r>
          </a:p>
          <a:p>
            <a:pPr algn="ctr"/>
            <a:endParaRPr sz="1050" b="1" i="0" u="none" dirty="0">
              <a:solidFill>
                <a:srgbClr val="4ADE80"/>
              </a:solidFill>
              <a:latin typeface="Plus Jakarta San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A791FB-FEC7-BA09-E849-22806F1CA525}"/>
              </a:ext>
            </a:extLst>
          </p:cNvPr>
          <p:cNvSpPr txBox="1"/>
          <p:nvPr/>
        </p:nvSpPr>
        <p:spPr>
          <a:xfrm>
            <a:off x="-801858" y="38404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555</Words>
  <Application>Microsoft Office PowerPoint</Application>
  <PresentationFormat>Widescreen</PresentationFormat>
  <Paragraphs>96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Plus Jakarta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HP</dc:creator>
  <cp:keywords/>
  <dc:description>generated using python-pptx</dc:description>
  <cp:lastModifiedBy>Sara_Ellithy</cp:lastModifiedBy>
  <cp:revision>5</cp:revision>
  <dcterms:created xsi:type="dcterms:W3CDTF">2013-01-27T09:14:16Z</dcterms:created>
  <dcterms:modified xsi:type="dcterms:W3CDTF">2026-10-16T19:54:09Z</dcterms:modified>
  <cp:category/>
</cp:coreProperties>
</file>