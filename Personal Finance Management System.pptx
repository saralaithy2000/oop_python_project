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8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85233"/>
            <a:ext cx="5715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72982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485233"/>
            <a:ext cx="571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115591"/>
            <a:ext cx="9101137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Personal Finance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32733"/>
            <a:ext cx="6762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comprehensive desktop application designed for streamlined financial tracking, budgeting, and asset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686966"/>
            <a:ext cx="5048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Plus Jakarta Sans"/>
              </a:rPr>
              <a:t>OBJECT-ORIENTED PROGRAMMING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61458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DEVELOPED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71008"/>
            <a:ext cx="206306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8FAFC"/>
                </a:solidFill>
                <a:latin typeface="Plus Jakarta Sans"/>
              </a:rPr>
              <a:t>Sara Laithy </a:t>
            </a:r>
            <a:r>
              <a:rPr sz="1200" b="1" i="0" u="none" dirty="0">
                <a:solidFill>
                  <a:srgbClr val="F8FAFC"/>
                </a:solidFill>
                <a:latin typeface="Plus Jakarta Sans"/>
              </a:rPr>
              <a:t>&amp; </a:t>
            </a:r>
            <a:r>
              <a:rPr lang="en-US" sz="1200" b="1" i="0" u="none" dirty="0">
                <a:solidFill>
                  <a:srgbClr val="F8FAFC"/>
                </a:solidFill>
                <a:latin typeface="Plus Jakarta Sans"/>
              </a:rPr>
              <a:t>Aya Abdelmoniem</a:t>
            </a:r>
            <a:endParaRPr sz="1200" b="1" i="0" u="none" dirty="0">
              <a:solidFill>
                <a:srgbClr val="F8FAFC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15025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041302"/>
            <a:ext cx="34035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3041302"/>
            <a:ext cx="34035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3041302"/>
            <a:ext cx="3403550" cy="1838325"/>
          </a:xfrm>
          <a:prstGeom prst="roundRect">
            <a:avLst>
              <a:gd name="adj" fmla="val 82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150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39372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339372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393727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CORE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Addressing Personal Financial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457325"/>
            <a:ext cx="819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Financial awareness begins with structured data capture. Our application bridges the gap between raw spending data and actionable insights through a clean desktop interface.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76950"/>
            <a:ext cx="2321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System Architecture &amp;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5175" y="6076950"/>
            <a:ext cx="790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793777"/>
            <a:ext cx="36420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108102"/>
            <a:ext cx="287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Manual tracking leads to inconsistent records and hidden overspending.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8475" y="3793777"/>
            <a:ext cx="36420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8475" y="4108102"/>
            <a:ext cx="287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An automated, modular desktop app with instant summary metrics.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3793777"/>
            <a:ext cx="36420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Core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4108102"/>
            <a:ext cx="287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Real-time calculation and seamless file persistence.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15025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308002"/>
            <a:ext cx="34290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1500" y="3308002"/>
            <a:ext cx="34290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01000" y="3308002"/>
            <a:ext cx="3429000" cy="1304925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150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3308002"/>
            <a:ext cx="38100" cy="13049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1500" y="3308002"/>
            <a:ext cx="38100" cy="13049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01000" y="3308002"/>
            <a:ext cx="38100" cy="1304925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TECHNICAL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Modular OOP Design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457325"/>
            <a:ext cx="819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The project is separated into clean, decoupled layers ensuring maintainability and robust error handling.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76950"/>
            <a:ext cx="1595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Architecture &amp;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5650" y="6076950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536602"/>
            <a:ext cx="3667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82F6"/>
                </a:solidFill>
                <a:latin typeface="Plus Jakarta Sans"/>
              </a:rPr>
              <a:t>GUI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746152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GUI/app.py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022377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Tkinter interface, tab navigation, and event bindings.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536602"/>
            <a:ext cx="3667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SERVICE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3746152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services/finance_manager.py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200" y="4022377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Business logic, summaries, and calculations.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700" y="3536602"/>
            <a:ext cx="3667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333EA"/>
                </a:solidFill>
                <a:latin typeface="Plus Jakarta Sans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3746152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Data/file_manager.py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700" y="4022377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JSON data persistence and secure file input/output.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14876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41354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40414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39474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14876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0125" y="264214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0125" y="363274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0125" y="462334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TEAM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Student A: Core Backend &amp; Data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457325"/>
            <a:ext cx="1012031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Responsible for building the robust backend engine, data models, and persistence controllers.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76801"/>
            <a:ext cx="1295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Task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5650" y="6076801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64214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63274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462334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2613570"/>
            <a:ext cx="63007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Object Models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1625" y="287074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Created Account, Transaction, Category, and Budget class structures.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3604170"/>
            <a:ext cx="676334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File Persistence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625" y="3861345"/>
            <a:ext cx="6441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Implemented FileManager to read and write transaction lists safely to JSON.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1625" y="4594770"/>
            <a:ext cx="651331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Unit Testing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4851945"/>
            <a:ext cx="6203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Authored automated tests in Test/test_services.py to verify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14876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41354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40414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394745"/>
            <a:ext cx="10668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5914876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0125" y="264214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0125" y="363274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0125" y="462334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TEAM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Student B: GUI &amp; System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457325"/>
            <a:ext cx="1012031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Designed the desktop user experience, multi-tab layout, and backend service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76801"/>
            <a:ext cx="1295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Task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5650" y="6076801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64214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Plus Jakarta Sa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63274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462334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2613570"/>
            <a:ext cx="58882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Multi-Tab Notebook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1625" y="2870745"/>
            <a:ext cx="56078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Created Dashboard, Transactions, Budgets, and Categories tabs.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3604170"/>
            <a:ext cx="578822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Interactive Forms &amp; Treeview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625" y="3861345"/>
            <a:ext cx="55125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Built entry fields, radio buttons, comboboxes, and live data grids.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1625" y="4594770"/>
            <a:ext cx="701337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Service Linkage &amp; Refresh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4851945"/>
            <a:ext cx="6679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Connected user triggers directly to FinanceManager for real-time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99245"/>
            <a:ext cx="10668000" cy="3048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914876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14876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285083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APPLICATION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Dashboard &amp; Summary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57325"/>
            <a:ext cx="1012031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Real-time financial health indicators showcasing total income, expenses, and net balance.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9550" y="3856583"/>
            <a:ext cx="5191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[ 🖼️ INSERT DASHBOARD GUI SCREENSHOT HERE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9525" y="4189958"/>
            <a:ext cx="5691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Recommended size: Full application width showing summary metric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76801"/>
            <a:ext cx="1057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GUI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5175" y="6076801"/>
            <a:ext cx="790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55133F-FEF2-AFA4-619C-9482B0372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343" y="2299245"/>
            <a:ext cx="5421313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99245"/>
            <a:ext cx="10668000" cy="3048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914876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14876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285083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APPLICATION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Transactions &amp; Entry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57325"/>
            <a:ext cx="1012031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Form inputs for adding records alongside the structured Treeview records 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9512" y="3856583"/>
            <a:ext cx="59412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[ 🖼️ INSERT TRANSACTIONS TAB GUI SCREENSHOT HERE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0962" y="4189958"/>
            <a:ext cx="5512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Recommended size: Showing top form inputs and data grid table below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76801"/>
            <a:ext cx="1057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GUI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5175" y="6076801"/>
            <a:ext cx="790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17660E-A27E-2A74-4713-344572D53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154" y="2441381"/>
            <a:ext cx="4915692" cy="2763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99245"/>
            <a:ext cx="10668000" cy="3048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5914876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5914876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285083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APPLICATION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Budgets &amp; Categories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57325"/>
            <a:ext cx="1012031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Dedicated control views for establishing monthly category spending limits and adding custom tags.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7075" y="3856583"/>
            <a:ext cx="7072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[ 🖼️ INSERT BUDGETS &amp; CATEGORIES TABS GUI SCREENSHOT HERE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7100" y="4189958"/>
            <a:ext cx="6572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Recommended size: Side-by-side or stacked view of budget limits and category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76801"/>
            <a:ext cx="1057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GUI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5650" y="6076801"/>
            <a:ext cx="800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331B9E-DA90-0071-D759-C72F098C5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424" y="2505558"/>
            <a:ext cx="4437576" cy="24949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85543B-EA5A-B635-981C-92B9D4543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05558"/>
            <a:ext cx="4418484" cy="2484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14876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956470"/>
            <a:ext cx="521970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56470"/>
            <a:ext cx="521970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5914876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57250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Conclusion &amp; Future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57325"/>
            <a:ext cx="10120312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Successfully delivered a reliable, modular desktop application fulfilling all core OOP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076801"/>
            <a:ext cx="990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5175" y="6076801"/>
            <a:ext cx="790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Slide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270795"/>
            <a:ext cx="602575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Project Achievements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623220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• Clean separation of concerns.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99445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• Seamless file data persistence.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175670"/>
            <a:ext cx="573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• Intuitive multi-tab user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270795"/>
            <a:ext cx="5667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Future Enhancements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623220"/>
            <a:ext cx="566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• Export reports to PDF/CSV.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899445"/>
            <a:ext cx="566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• Graphical chart analytics.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175670"/>
            <a:ext cx="566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• SQLite database migration.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78262" y="4164183"/>
            <a:ext cx="1709664" cy="37924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4164182"/>
            <a:ext cx="1898552" cy="379241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66925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238375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70784" y="2905125"/>
            <a:ext cx="3450431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686175"/>
            <a:ext cx="7143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Open for questions and discussion regarding the Personal Finance Management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1131" y="4273012"/>
            <a:ext cx="9239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50" b="1" dirty="0">
                <a:solidFill>
                  <a:srgbClr val="F8FAFC"/>
                </a:solidFill>
                <a:latin typeface="Plus Jakarta Sans"/>
              </a:rPr>
              <a:t>Sara Laithy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82154" y="4259090"/>
            <a:ext cx="143490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50" b="1" dirty="0">
                <a:solidFill>
                  <a:srgbClr val="F8FAFC"/>
                </a:solidFill>
                <a:latin typeface="Plus Jakarta Sans"/>
              </a:rPr>
              <a:t>Aya Abdelmoniem</a:t>
            </a:r>
          </a:p>
          <a:p>
            <a:pPr algn="ctr"/>
            <a:endParaRPr sz="1050" b="1" i="0" u="none" dirty="0">
              <a:solidFill>
                <a:srgbClr val="4ADE80"/>
              </a:solidFill>
              <a:latin typeface="Plus Jakarta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791FB-FEC7-BA09-E849-22806F1CA525}"/>
              </a:ext>
            </a:extLst>
          </p:cNvPr>
          <p:cNvSpPr txBox="1"/>
          <p:nvPr/>
        </p:nvSpPr>
        <p:spPr>
          <a:xfrm>
            <a:off x="-801858" y="38404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555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Sara_Ellithy</cp:lastModifiedBy>
  <cp:revision>6</cp:revision>
  <dcterms:created xsi:type="dcterms:W3CDTF">2013-01-27T09:14:16Z</dcterms:created>
  <dcterms:modified xsi:type="dcterms:W3CDTF">2026-10-16T20:05:34Z</dcterms:modified>
  <cp:category/>
</cp:coreProperties>
</file>